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78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44597A">
              <a:alpha val="38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10424160" y="4480560"/>
            <a:ext cx="3108960" cy="3108960"/>
          </a:xfrm>
          <a:prstGeom prst="ellipse">
            <a:avLst/>
          </a:prstGeom>
          <a:solidFill>
            <a:srgbClr val="44597A">
              <a:alpha val="2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5  ·  PROGRAMACIÓN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8869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del Diagrama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Clases en el Sistema de Ventas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 ·  Patrón MVC  ·  SQLite con JDBC  ·  Formulario contenedor MDI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Zetino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708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64922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051560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2240280" y="53949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1298448"/>
            <a:ext cx="10789920" cy="1417320"/>
          </a:xfrm>
          <a:prstGeom prst="roundRect">
            <a:avLst>
              <a:gd name="adj" fmla="val 3871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1097280" y="1298448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Trasladar el diagrama de clases del sistema de ventas a código Java real, manteniendo la arquitectura MVC, la base de datos SQLite y el formulario contenedor MDI de las tareas anteriores.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clase, atributo, método y relación del diagrama quedó implementado y funcionando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clases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832" y="4480560"/>
            <a:ext cx="2002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Cliente, Empleado, Producto, Factura y DetalleFactura llevadas a archivos .java.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352044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3703320" y="3840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relaciones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76472" y="4480560"/>
            <a:ext cx="2002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Herencia, dos asociaciones y una composición, cada una visible en el código.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352044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6537960" y="3840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cambios en la BD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11112" y="4480560"/>
            <a:ext cx="2002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empleados y columna existencia, creadas por migración automática.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9720" y="352044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9372600" y="3840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catálogo nuevo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45752" y="4480560"/>
            <a:ext cx="2002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Empleados funcionando desde el menú de la aplicación.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Diagrama de Clases  ·  Josue Zetino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implementadas: del diagrama al código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del diagrama tiene su archivo .java dentro del paquete modelo.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41832" y="17922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108960" y="181051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3108960" y="1810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214884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nit, telefono y el método concreto mostrarInformacion()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262432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modelo/Persona.java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46520" y="1645920"/>
            <a:ext cx="5257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702552" y="17922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69680" y="181051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8869680" y="1810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 Persona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02552" y="214884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Persona más el atributo direccion con getDireccion()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02552" y="262432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modelo/Cliente.java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145536"/>
            <a:ext cx="5257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941832" y="3291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Empleado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108960" y="331012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3108960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 Persona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1832" y="3648456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Persona con codigoEmpleado y puesto; sobreescribe mostrarInformacion()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4123944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modelo/Empleado.java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46520" y="3145536"/>
            <a:ext cx="5257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6702552" y="3291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869680" y="331012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8869680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02552" y="3648456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idProducto, nombre, precio, existencia y hayExistencia(cantidad)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02552" y="4123944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modelo/Producto.java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5257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941832" y="47914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DetalleFactura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108960" y="480974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3108960" y="4809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148072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Producto, cantidad, precioUnitario y calcularSubtotal()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1832" y="5623560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modelo/FacturaDetalle.java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46520" y="4645152"/>
            <a:ext cx="5257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5" name="Text 33"/>
          <p:cNvSpPr/>
          <p:nvPr/>
        </p:nvSpPr>
        <p:spPr>
          <a:xfrm>
            <a:off x="6702552" y="47914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869680" y="480974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7" name="Text 35"/>
          <p:cNvSpPr/>
          <p:nvPr/>
        </p:nvSpPr>
        <p:spPr>
          <a:xfrm>
            <a:off x="8869680" y="4809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02552" y="5148072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idFactura, fecha: LocalDate, cliente: Cliente, detalles: List&lt;DetalleFactura&gt;, agregarDetalle() y calcularTotal()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02552" y="5623560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modelo/Factura.java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Diagrama de Clases  ·  Josue Zetino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del diagrama en el código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relaciones del UML tienen su equivalente en Java y en el esquema de la base de datos.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52578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→ Cliente / Empleado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clases usan extends Persona. Empleado redefine mostrarInformacion(), lo que demuestra polimorfismo; Cliente conserva el método de la clase padre.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3127248"/>
            <a:ext cx="4160520" cy="329184"/>
          </a:xfrm>
          <a:prstGeom prst="roundRect">
            <a:avLst>
              <a:gd name="adj" fmla="val 11111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645920" y="31272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Empleado extends Persona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664208"/>
            <a:ext cx="52578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6720840" y="192024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67208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18470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1..*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21671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↔ Factura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246888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factura tiene un solo cliente; un cliente puede participar en muchas facturas. En la base de datos la relación se guarda con la columna cliente_id.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3127248"/>
            <a:ext cx="4160520" cy="329184"/>
          </a:xfrm>
          <a:prstGeom prst="roundRect">
            <a:avLst>
              <a:gd name="adj" fmla="val 11111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7406640" y="31272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 en facturas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822192"/>
            <a:ext cx="52578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960120" y="4078224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96012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0050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325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 → DetalleFactura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462686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detalles pertenecen exclusivamente a la factura: se agregan y eliminan solo a través de ella, y mueren con ella.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08760" y="5285232"/>
            <a:ext cx="4160520" cy="329184"/>
          </a:xfrm>
          <a:prstGeom prst="roundRect">
            <a:avLst>
              <a:gd name="adj" fmla="val 11111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7" name="Text 25"/>
          <p:cNvSpPr/>
          <p:nvPr/>
        </p:nvSpPr>
        <p:spPr>
          <a:xfrm>
            <a:off x="1645920" y="52852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3822192"/>
            <a:ext cx="52578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Shape 27"/>
          <p:cNvSpPr/>
          <p:nvPr/>
        </p:nvSpPr>
        <p:spPr>
          <a:xfrm>
            <a:off x="6720840" y="4078224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67208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69480" y="40050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69480" y="4325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DetalleFactura ↔ Producto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462686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detalle apunta a un producto, pero no lo posee: el mismo producto puede aparecer en muchos detalles y facturas.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9480" y="5285232"/>
            <a:ext cx="4160520" cy="329184"/>
          </a:xfrm>
          <a:prstGeom prst="roundRect">
            <a:avLst>
              <a:gd name="adj" fmla="val 11111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5" name="Text 33"/>
          <p:cNvSpPr/>
          <p:nvPr/>
        </p:nvSpPr>
        <p:spPr>
          <a:xfrm>
            <a:off x="7406640" y="52852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producto_id en factura_detalles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Diagrama de Clases  ·  Josue Zetino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Cambios en la base de datos y funcionalidad nueva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obligó a ampliar el esquema existente sin perder los datos de tareas anteriores.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60120" y="18928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empleados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25856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automáticamente en ConexionBD al arrancar la aplicación, con el código de empleado como campo único.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990088"/>
            <a:ext cx="4709160" cy="365760"/>
          </a:xfrm>
          <a:prstGeom prst="roundRect">
            <a:avLst>
              <a:gd name="adj" fmla="val 10000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97280" y="29900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empleados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6720840" y="18928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existencia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25856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con ALTER TABLE automático sobre bases de datos ya creadas, de modo que la migración no pierde información.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2990088"/>
            <a:ext cx="4709160" cy="365760"/>
          </a:xfrm>
          <a:prstGeom prst="roundRect">
            <a:avLst>
              <a:gd name="adj" fmla="val 10000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6858000" y="29900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productos ADD existencia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usuario ve en la aplicación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4251960"/>
            <a:ext cx="5257800" cy="1600200"/>
          </a:xfrm>
          <a:prstGeom prst="roundRect">
            <a:avLst>
              <a:gd name="adj" fmla="val 2857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960120" y="44348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Empleados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800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Catálogos → Empleados abre un CRUD completo con persistencia en SQLite mediante EmpleadoDAO y EmpleadoDAOSQLite, validación de código único y botones Guardar, Actualizar, Eliminar y Limpiar.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4251960"/>
            <a:ext cx="5257800" cy="1600200"/>
          </a:xfrm>
          <a:prstGeom prst="roundRect">
            <a:avLst>
              <a:gd name="adj" fmla="val 2857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6720840" y="44348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 de productos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4800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CRUD de Productos muestra y mantiene la columna Existencia. Al agregar un producto a la factura se valida hayExistencia() y la cantidad se resta al guardar.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Diagrama de Clases  ·  Josue Zetino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44597A">
              <a:alpha val="3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aplicación en ejecución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capturas del sistema funcionando: catálogos, diagrama, facturación e impresión.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Catálogos → Empleados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nueva opción se integra al menú existente de la ventana principal MDI.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6769" y="1417320"/>
            <a:ext cx="7375413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01-menu-catal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77" y="1481328"/>
            <a:ext cx="7247397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Empleados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con código, nombre, NIT, teléfono y puesto, persistido en SQLite.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6769" y="1417320"/>
            <a:ext cx="7375413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02-frm-emple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77" y="1481328"/>
            <a:ext cx="7247397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Productos con existencia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Existencia se agregó al formulario y a la tabla sin perder los productos anteriores.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6769" y="1417320"/>
            <a:ext cx="7375413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03-frm-produc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77" y="1481328"/>
            <a:ext cx="7247397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clases del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como clase abstracta, sus dos herederas, y las relaciones con Producto, Factura y DetalleFactura.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3790" y="1417320"/>
            <a:ext cx="8161372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diagrama-cl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798" y="1481328"/>
            <a:ext cx="8033356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 de facturación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del cliente y la tabla de productos alimentan la composición Factura → DetalleFactura.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6769" y="1417320"/>
            <a:ext cx="7375413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05-frm-fa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77" y="1481328"/>
            <a:ext cx="7247397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facturas registradas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corresponde a una Factura con su cliente asociado, recuperada desde la base de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6769" y="1417320"/>
            <a:ext cx="7375413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06-lista-factu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77" y="1481328"/>
            <a:ext cx="7247397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una factura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detalles de la factura FAC-0001 con sus subtotales y el total calculado por calcularTotal().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6769" y="1417320"/>
            <a:ext cx="7375413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07-detalle-fa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77" y="1481328"/>
            <a:ext cx="7247397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previa del ticket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objeto Factura se recorre para armar el ticket antes de enviarlo a la impresora.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62178" y="1417320"/>
            <a:ext cx="3664595" cy="4837176"/>
          </a:xfrm>
          <a:prstGeom prst="roundRect">
            <a:avLst>
              <a:gd name="adj" fmla="val 499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t5/08-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86" y="1481328"/>
            <a:ext cx="3536579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 realizadas sobre el proyecto ya implementado.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2578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60120" y="176479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3055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 completa del proyecto con javac (JDK 25), sin errores.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50292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6720840" y="17647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humo automatizada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1305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comprobaciones ejecutadas sobre la aplicación, todas con resultado [OK].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107899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8FA0B8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941832" y="320040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941832" y="3200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30632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tablas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0632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tabla empleados y la columna existencia.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730752"/>
            <a:ext cx="107899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8FA0B8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941832" y="3867912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941832" y="38679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3730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EmpleadoDAO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73075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consulta, modificación y baja de empleados.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98264"/>
            <a:ext cx="107899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8FA0B8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941832" y="45354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941832" y="45354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43982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hayExistencia()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439826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existencia antes de agregar a la factura.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065776"/>
            <a:ext cx="107899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8FA0B8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6" name="Shape 24"/>
          <p:cNvSpPr/>
          <p:nvPr/>
        </p:nvSpPr>
        <p:spPr>
          <a:xfrm>
            <a:off x="941832" y="5202936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7" name="Text 25"/>
          <p:cNvSpPr/>
          <p:nvPr/>
        </p:nvSpPr>
        <p:spPr>
          <a:xfrm>
            <a:off x="941832" y="52029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91640" y="50657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Factura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506577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calcularTotal() devuelve 151.00 sobre los detalles cargados.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5733288"/>
            <a:ext cx="107899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8FA0B8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1" name="Shape 29"/>
          <p:cNvSpPr/>
          <p:nvPr/>
        </p:nvSpPr>
        <p:spPr>
          <a:xfrm>
            <a:off x="941832" y="587044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2" name="Text 30"/>
          <p:cNvSpPr/>
          <p:nvPr/>
        </p:nvSpPr>
        <p:spPr>
          <a:xfrm>
            <a:off x="941832" y="58704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91640" y="57332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Catálogos → Empleados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573328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abre correctamente desde la ventana MDI.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Diagrama de Clases  ·  Josue Zetino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023360" cy="4023360"/>
          </a:xfrm>
          <a:prstGeom prst="ellipse">
            <a:avLst/>
          </a:prstGeom>
          <a:solidFill>
            <a:srgbClr val="44597A">
              <a:alpha val="3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de clases no quedó como dibujo: cada elemento se programó, se persistió y se usa.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1143000" y="217627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comprobado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4871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sobreescribe mostrarInformacion() mientras Cliente conserva el método de Persona.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28416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1143000" y="358444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11430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51129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y asociación funcionando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38953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detalles viven y mueren con su factura, mientras los productos se comparten entre muchas.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736592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1143000" y="4992624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114300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9194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accesible desde la aplicación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53035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de empleados y la existencia de productos se usan desde la ventana principal MDI.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6144768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1097280" y="6144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</a:t>
            </a:r>
            <a:endParaRPr lang="en-US" sz="1250" dirty="0"/>
          </a:p>
        </p:txBody>
      </p:sp>
      <p:sp>
        <p:nvSpPr>
          <p:cNvPr id="22" name="Text 20">
            <a:hlinkClick r:id="rId3"/>
          </p:cNvPr>
          <p:cNvSpPr/>
          <p:nvPr/>
        </p:nvSpPr>
        <p:spPr>
          <a:xfrm>
            <a:off x="2834640" y="61447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Microsoft Office PowerPoint</Application>
  <PresentationFormat>Panorámica</PresentationFormat>
  <Paragraphs>175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Implementación del Diagrama de Clases en el Sistema de Ventas</dc:title>
  <dc:subject>PptxGenJS Presentation</dc:subject>
  <dc:creator>Josue Zetino</dc:creator>
  <cp:lastModifiedBy>1712602 - JOSUE DAVID ZETINO BOCH</cp:lastModifiedBy>
  <cp:revision>2</cp:revision>
  <dcterms:created xsi:type="dcterms:W3CDTF">2026-08-08T21:37:13Z</dcterms:created>
  <dcterms:modified xsi:type="dcterms:W3CDTF">2026-08-08T21:39:28Z</dcterms:modified>
</cp:coreProperties>
</file>